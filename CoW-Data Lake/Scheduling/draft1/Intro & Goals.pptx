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Inter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Inter-italic.fntdata"/><Relationship Id="rId10" Type="http://schemas.openxmlformats.org/officeDocument/2006/relationships/font" Target="fonts/Inter-bold.fntdata"/><Relationship Id="rId12" Type="http://schemas.openxmlformats.org/officeDocument/2006/relationships/font" Target="fonts/Inter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13" Type="http://schemas.openxmlformats.org/officeDocument/2006/relationships/image" Target="../media/image4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5.png"/><Relationship Id="rId8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46969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Introduction: The Need for Automation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547044"/>
            <a:ext cx="52387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Currently, scheduling a Council Member requires manual coordination across multiple teams and calendars. This creates bottlenecks and increases the risk of double-booking.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3956744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Our Mission: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To replace manual email chains with a modern, automated system.</a:t>
            </a:r>
            <a:endParaRPr/>
          </a:p>
        </p:txBody>
      </p:sp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946969"/>
            <a:ext cx="52387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847725" y="47568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952500" y="4756844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 Responses: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Instant feedback for the public.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847725" y="50616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952500" y="5061644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Accuracy: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No more human error in calendar checks.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847725" y="5366444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52500" y="5366444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Frees up staff for higher-value work.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3837"/>
            <a:ext cx="5381625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893837"/>
            <a:ext cx="5381625" cy="2053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32969"/>
            <a:ext cx="5381625" cy="20535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232969"/>
            <a:ext cx="5381625" cy="205353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Project Objectives &amp; Goals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179587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2179587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" y="45187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4518719"/>
            <a:ext cx="66675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8225" y="23605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1762125" y="2179587"/>
            <a:ext cx="4100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Two Ways to Request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1762125" y="2551062"/>
            <a:ext cx="39052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will build two simple forms: one for the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Public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(website) and one for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Internal Staff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Both feed into the same smart system.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705600" y="2360562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7429500" y="2179587"/>
            <a:ext cx="4100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Smart Scheduling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7429500" y="2551062"/>
            <a:ext cx="39052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The system will automatically check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8 calendars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(7 individuals + 1 master) instantly to prevent conflicts before they happen.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38225" y="469969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1762125" y="4518719"/>
            <a:ext cx="4100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Legal Compliance (KOMA)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762125" y="4890194"/>
            <a:ext cx="39052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We ensure compliance with the Open Meeting Act by intelligently grouping officials (e.g., 3-2-2 pattern) to avoid quorum violations.</a:t>
            </a:r>
            <a:endParaRPr/>
          </a:p>
        </p:txBody>
      </p:sp>
      <p:pic>
        <p:nvPicPr>
          <p:cNvPr descr="image.png" id="119" name="Google Shape;119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705600" y="4699694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7429500" y="4518719"/>
            <a:ext cx="410051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Centralized Data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429500" y="4890194"/>
            <a:ext cx="3905250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All records are stored securely in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SharePoint Lists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and synced to the Master Outlook Calendar for total visibility.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71500" y="950862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Image Sources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5196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666875" y="3845421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https://capacity.com/wp-content/uploads/2023/05/2023-How-to-Automate-Scheduling-Definition-Automated-Scheduling-1024x576.jpg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666875" y="409113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capacity.com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