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embeddedFontLst>
    <p:embeddedFont>
      <p:font typeface="Inter" panose="020B0604020202020204" charset="0"/>
      <p:regular r:id="rId5"/>
      <p:bold r:id="rId6"/>
      <p:italic r:id="rId7"/>
      <p:boldItalic r:id="rId8"/>
    </p:embeddedFont>
    <p:embeddedFont>
      <p:font typeface="Inter SemiBold" panose="020B060402020202020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hyperlink" Target="https://make.powerautomate.com/environments/Default-e05b6b3f-1980-4b24-8637-580771f44dee/flows/aefc7b27-ab08-4c38-ad7c-78a3c38add5f/details" TargetMode="External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pps.powerapps.com/play/e/default-e05b6b3f-1980-4b24-8637-580771f44dee/a/ecb5c35b-3109-4114-9cd7-fe12d43b79df?tenantId=e05b6b3f-1980-4b24-8637-580771f44dee&amp;hint=acef6955-1f50-4825-82cd-83efb2baff29&amp;sourcetime=1764897138509" TargetMode="External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hyperlink" Target="https://nam04.safelinks.protection.outlook.com/?url=https%3A%2F%2Fnam.safelink.emails.azure.net%2Fredirect%2F%3Fdestination%3Dhttps%253A%252F%252Fmake.powerautomate.com%252Fgalleries%252Fprivate%252Ftemplates%252F6c49c799bfe54d0a9b120c6a697cf73e%253Futm_source%253Dsendacopy%2526utm_medium%253Demail%2526loginTenant%253De05b6b3f-1980-4b24-8637-580771f44dee%26p%3DbT03NDNmZDhkOS0xZTFiLTQ3MTUtOTdlYi0xMjg4NjA4NmNhZjUmdT1hZW8mbD02YzQ5Yzc5OWJmZTU0ZDBhOWIxMjBjNmE2OTdjZjczZQ%253D%253D&amp;data=05%7C02%7Ctnnguyen20%40shockers.wichita.edu%7Cfe6b95e6222b4a37763708de339c65f1%7Ce05b6b3f19804b248637580771f44dee%7C1%7C0%7C639004943998392189%7CUnknown%7CTWFpbGZsb3d8eyJFbXB0eU1hcGkiOnRydWUsIlYiOiIwLjAuMDAwMCIsIlAiOiJXaW4zMiIsIkFOIjoiTWFpbCIsIldUIjoyfQ%3D%3D%7C0%7C%7C%7C&amp;sdata=8rVeY%2BejvGmvT%2FNzIT93aEI0BlZGCP8s1fP87wP4eQc%3D&amp;reserved=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97744"/>
            <a:ext cx="3429000" cy="41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2197744"/>
            <a:ext cx="3429000" cy="41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500" y="2197744"/>
            <a:ext cx="3429000" cy="41243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295275" y="978544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How It Works: 3 Simple Steps</a:t>
            </a:r>
            <a:endParaRPr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2673994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1150858" y="3912244"/>
            <a:ext cx="227028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The Request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57250" y="4474219"/>
            <a:ext cx="28575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You fill out a simple form online to ask for a Council Member's time.</a:t>
            </a:r>
            <a:endParaRPr/>
          </a:p>
        </p:txBody>
      </p:sp>
      <p:pic>
        <p:nvPicPr>
          <p:cNvPr id="92" name="Google Shape;92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19750" y="2673994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5070871" y="3912244"/>
            <a:ext cx="205025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The Check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4667250" y="4474219"/>
            <a:ext cx="28575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system automatically checks all 7 calendars instantly to see who is free.</a:t>
            </a:r>
            <a:endParaRPr/>
          </a:p>
        </p:txBody>
      </p:sp>
      <p:pic>
        <p:nvPicPr>
          <p:cNvPr id="95" name="Google Shape;95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29750" y="2673994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8960881" y="3912244"/>
            <a:ext cx="189023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The Invite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8477250" y="4474219"/>
            <a:ext cx="28575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If they are available, the system sends a meeting invite to everyone right away.</a:t>
            </a:r>
            <a:endParaRPr/>
          </a:p>
        </p:txBody>
      </p:sp>
      <p:pic>
        <p:nvPicPr>
          <p:cNvPr id="98" name="Google Shape;98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71687" y="2959744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05500" y="295974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67875" y="2959744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2116782"/>
            <a:ext cx="4953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116782"/>
            <a:ext cx="4953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295275" y="897582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See It In Action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1352550" y="5383857"/>
            <a:ext cx="3962400" cy="657225"/>
          </a:xfrm>
          <a:prstGeom prst="roundRect">
            <a:avLst>
              <a:gd name="adj" fmla="val 17391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>
            <a:hlinkClick r:id="rId6"/>
          </p:cNvPr>
          <p:cNvSpPr txBox="1"/>
          <p:nvPr/>
        </p:nvSpPr>
        <p:spPr>
          <a:xfrm>
            <a:off x="1733550" y="5574357"/>
            <a:ext cx="32004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Open Form</a:t>
            </a:r>
            <a:endParaRPr dirty="0"/>
          </a:p>
        </p:txBody>
      </p:sp>
      <p:sp>
        <p:nvSpPr>
          <p:cNvPr id="111" name="Google Shape;111;p14"/>
          <p:cNvSpPr/>
          <p:nvPr/>
        </p:nvSpPr>
        <p:spPr>
          <a:xfrm>
            <a:off x="6877050" y="5383857"/>
            <a:ext cx="3962400" cy="657225"/>
          </a:xfrm>
          <a:prstGeom prst="roundRect">
            <a:avLst>
              <a:gd name="adj" fmla="val 17391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>
            <a:hlinkClick r:id="rId7"/>
          </p:cNvPr>
          <p:cNvSpPr txBox="1"/>
          <p:nvPr/>
        </p:nvSpPr>
        <p:spPr>
          <a:xfrm>
            <a:off x="7220275" y="5574357"/>
            <a:ext cx="220599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View Flow</a:t>
            </a:r>
            <a:endParaRPr dirty="0"/>
          </a:p>
        </p:txBody>
      </p:sp>
      <p:sp>
        <p:nvSpPr>
          <p:cNvPr id="113" name="Google Shape;113;p14"/>
          <p:cNvSpPr txBox="1"/>
          <p:nvPr/>
        </p:nvSpPr>
        <p:spPr>
          <a:xfrm>
            <a:off x="1253490" y="3878907"/>
            <a:ext cx="416052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The Power App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352550" y="4507557"/>
            <a:ext cx="3962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The public form where requests are submitted.</a:t>
            </a:r>
            <a:endParaRPr/>
          </a:p>
        </p:txBody>
      </p:sp>
      <p:pic>
        <p:nvPicPr>
          <p:cNvPr id="115" name="Google Shape;11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019875" y="559340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6777990" y="3878907"/>
            <a:ext cx="416052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The Automation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877050" y="4507557"/>
            <a:ext cx="3962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The logic that checks calendars and sends emails.</a:t>
            </a:r>
            <a:endParaRPr/>
          </a:p>
        </p:txBody>
      </p:sp>
      <p:pic>
        <p:nvPicPr>
          <p:cNvPr id="118" name="Google Shape;118;p14" descr="image.png">
            <a:hlinkClick r:id="rId9"/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511990" y="559340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000375" y="2688282"/>
            <a:ext cx="6667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82000" y="2688282"/>
            <a:ext cx="9525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</Words>
  <Application>Microsoft Office PowerPoint</Application>
  <PresentationFormat>Widescreen</PresentationFormat>
  <Paragraphs>14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Calibri</vt:lpstr>
      <vt:lpstr>Inter</vt:lpstr>
      <vt:lpstr>Arial</vt:lpstr>
      <vt:lpstr>Inter SemiBold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Nguyen, Thi</cp:lastModifiedBy>
  <cp:revision>1</cp:revision>
  <dcterms:modified xsi:type="dcterms:W3CDTF">2025-12-05T01:40:19Z</dcterms:modified>
</cp:coreProperties>
</file>