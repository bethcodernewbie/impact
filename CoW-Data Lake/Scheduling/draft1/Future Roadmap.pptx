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13" Type="http://schemas.openxmlformats.org/officeDocument/2006/relationships/image" Target="../media/image10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98587"/>
            <a:ext cx="5381625" cy="2148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798587"/>
            <a:ext cx="5381625" cy="2148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32969"/>
            <a:ext cx="5381625" cy="2148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232969"/>
            <a:ext cx="5381625" cy="214878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95275" y="85561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Coming Next: Enhanced Capabilities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084337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2084337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45187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45187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22653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1762125" y="2277516"/>
            <a:ext cx="41005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Staff Scheduling Tool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762125" y="2668041"/>
            <a:ext cx="3905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dedicated dashboard for internal staff to manually book meetings, working alongside the existing public website form.</a:t>
            </a:r>
            <a:endParaRPr/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67500" y="22653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7429500" y="2277516"/>
            <a:ext cx="41005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Smart Compliance (KOMA)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429500" y="2668041"/>
            <a:ext cx="3905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will automatically split large requests into smaller groups (e.g., 3-2-2 pattern) to follow public meeting laws.</a:t>
            </a:r>
            <a:endParaRPr/>
          </a:p>
        </p:txBody>
      </p:sp>
      <p:pic>
        <p:nvPicPr>
          <p:cNvPr descr="image.png" id="100" name="Google Shape;100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7275" y="4699694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1762125" y="4712047"/>
            <a:ext cx="41005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Master Sync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762125" y="5102572"/>
            <a:ext cx="3905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When an individual Council Member is booked, it instantly updates a central "Master Group Calendar" for full visibility.</a:t>
            </a:r>
            <a:endParaRPr/>
          </a:p>
        </p:txBody>
      </p:sp>
      <p:pic>
        <p:nvPicPr>
          <p:cNvPr descr="image.png" id="103" name="Google Shape;103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724650" y="4699694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7429500" y="4712047"/>
            <a:ext cx="41005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Secure Data List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7429500" y="5102572"/>
            <a:ext cx="3905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requests and schedules will be stored in SharePoint Lists for easy tracking, reporting, and security.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