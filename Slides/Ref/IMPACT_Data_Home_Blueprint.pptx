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8" d="100"/>
          <a:sy n="78" d="100"/>
        </p:scale>
        <p:origin x="80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r="1250" b="2941"/>
          <a:stretch>
            <a:fillRect/>
          </a:stretch>
        </p:blipFill>
        <p:spPr>
          <a:xfrm>
            <a:off x="101600" y="171450"/>
            <a:ext cx="16052800" cy="8801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9664"/>
          <a:stretch>
            <a:fillRect/>
          </a:stretch>
        </p:blipFill>
        <p:spPr>
          <a:xfrm>
            <a:off x="0" y="228600"/>
            <a:ext cx="16256000" cy="81915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781"/>
          <a:stretch>
            <a:fillRect/>
          </a:stretch>
        </p:blipFill>
        <p:spPr>
          <a:xfrm>
            <a:off x="0" y="38100"/>
            <a:ext cx="16256000" cy="8724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Custom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Bich Nguyen</cp:lastModifiedBy>
  <cp:revision>3</cp:revision>
  <dcterms:created xsi:type="dcterms:W3CDTF">2006-08-16T00:00:00Z</dcterms:created>
  <dcterms:modified xsi:type="dcterms:W3CDTF">2026-03-11T19:08:10Z</dcterms:modified>
</cp:coreProperties>
</file>